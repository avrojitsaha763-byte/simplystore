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80990" y="1371600"/>
            <a:ext cx="1828800" cy="18288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SimplyStore — Week 3 Feature Additions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3rd Weekly Review — Comprehensive Showcase of Newly Added Features &amp; Services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5303520"/>
            <a:ext cx="5212080" cy="82296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Presenter: Avrojit Saha (Intern)  |  Role: Full-Stack Developer</a:t>
            </a:r>
            <a:br/>
            <a:r>
              <a:t>Date: July 2026  |  Focus: Week 3 Sprint Feature Visuals &amp;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Sprint Overview &amp; Completed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146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5 New Services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Added in Week 3 Sprints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100% Tax Compliant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Indian GST Invoicing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146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Vendor KYC Queue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Admin Document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371600"/>
            <a:ext cx="2514600" cy="109728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C3AED"/>
                </a:solidFill>
              </a:defRPr>
            </a:pPr>
            <a:r>
              <a:t>B2B Wholesale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Price Quote Negotiation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Week 3 New Feature Additions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1. Indian GST Calculation Engine (CGST, SGST, IGST 18%)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2. Sequential Legal Invoicing System (INV-2026-00001)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3. Gamified Loyalty Rewards &amp; Custom Referral Links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4. B2B Wholesale Price Quote Negotiation Portal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5. Vendor Sales Velocity &amp; Inventory Reorder Forecasting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6. Admin Vendor KYC Verification Queue (GSTIN/PAN/Bank)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🔧 Infrastructure &amp; Bug Fixes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Express 5 compatibility fix in express-mongo-sanitize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Atomic Mongoose $inc stock decrement preventing overselling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Zero-config MongoMemoryServer fallback with auto-seeding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GDPR data export and account deletion API endpoints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Razorpay payment signature validation &amp; verification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PWA service worker offline support &amp; push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Feature 1: Indian GST Tax Engine &amp; Invoicing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New Service Added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Automated GST Breakdown: Calculates CGST (9%) + SGST (9%) for intra-state transactions or IGST (18%) for inter-state buyer addresses.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Free Shipping Threshold: Dynamic progress bar targeting $150 free shipping eligibility.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Sequential Invoicing: Generates legally compliant invoice numbers (e.g., INV-2026-00001) backed by an atomic counter.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Atomic Stock Lock: Reserves inventory atomically during checkout to eliminate race conditions.</a:t>
            </a:r>
          </a:p>
        </p:txBody>
      </p:sp>
      <p:pic>
        <p:nvPicPr>
          <p:cNvPr id="6" name="Picture 5" descr="customer_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Feature 2: Loyalty Rewards &amp; Referral Program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New Service Added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Gamified Tier Badges: Tiered user progression (Bronze, Silver, Gold, Platinum) with custom badges.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Points Earning &amp; Credit Redemption: Customers earn 1 point per $10 spent; redeem points for instant checkout credits.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Shareable Referral Links: Generates unique user referral URLs (e.g. ref_user123).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Referral Cashback: Credits bonus reward points upon successful referred friend purchases.</a:t>
            </a:r>
          </a:p>
        </p:txBody>
      </p:sp>
      <p:pic>
        <p:nvPicPr>
          <p:cNvPr id="6" name="Picture 5" descr="customer_referr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Feature 3: B2B Wholesale Quote Negotiation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New Service Added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Bulk Buyer Quote Submission: Dedicated wholesale portal enabling bulk quantity purchase requests.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Custom Price Negotiation: Buyers submit custom unit price offers and messaging notes to vendors.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Vendor Quote Management: Vendors review, accept, reject, or counter-offer wholesale quotes.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Direct Cart Conversion: Approved quotes convert into one-click bulk checkout orders.</a:t>
            </a:r>
          </a:p>
        </p:txBody>
      </p:sp>
      <p:pic>
        <p:nvPicPr>
          <p:cNvPr id="6" name="Picture 5" descr="customer_wholes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Feature 4: Vendor Velocity &amp; Reorder Forecast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New Service Added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Product Sales Velocity: Real-time velocity tracking for top 5 selling vendor items.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Automated Reorder Forecasting: Predicts stock depletion dates and recommends reorder quantities.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Rule-Based Dynamic Pricing: Enables vendors to set automated stock-level and time-based discount rules.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Vendor SLA Performance Score: Evaluates fulfillment accuracy, return rate, and stock reliability.</a:t>
            </a:r>
          </a:p>
        </p:txBody>
      </p:sp>
      <p:pic>
        <p:nvPicPr>
          <p:cNvPr id="6" name="Picture 5" descr="vend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3 Feature 5: Admin Vendor KYC Verification Queue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New Service Added This Week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KYC Document Queue: Dedicated verification queue (/admin) reviewing vendor GSTIN, PAN, and Bank details.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One-Click Compliance Actions: Admins can approve or reject vendor onboarding with reason notes.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Global Inventory Supervision: Monitor product stock across all active marketplace vendors.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CSV Order Exporter: One-click export of complete order history for reporting and accounting.</a:t>
            </a:r>
          </a:p>
        </p:txBody>
      </p:sp>
      <p:pic>
        <p:nvPicPr>
          <p:cNvPr id="6" name="Picture 5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Customer Storefront — Catalog &amp; Product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484632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Storefront Experience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Dynamic Filtering: Instant category filtering across Electronics, Fashion, Home &amp; Kitchen.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Regex Search Engine: Client and server-side text search with instant results.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Real-Time Stock Alerts: Badges indicating low stock ('Only 5 left') and discount chips.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Dark / Light Mode: Seamless theme toggle for enhanced accessibility.</a:t>
            </a:r>
          </a:p>
        </p:txBody>
      </p:sp>
      <p:pic>
        <p:nvPicPr>
          <p:cNvPr id="6" name="Picture 5" descr="customer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Quality Assurance, Security &amp; Concurrency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Atomic Concurrency Locks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Prevented negative inventory race conditions by utilizing Mongoose atomic $inc operations with $gte stock verification during 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525780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Express 5 Compatibility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Resolved req.query getter property conflict in express-mongo-sanitize middleware by implementing safe in-place body sanitization.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Resilient DB Fallback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Created zero-config MongoMemoryServer fallback in connectDB that automatically spins up an in-memory MongoDB instance with auto-seeding.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GDPR &amp; Security Audit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Implemented GDPR data-export and account deletion APIs. Enforced rate limiting, password hashing (bcrypt), and JWT role verification.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WEEK 3 NEW FEATURES &amp; SPRINT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Internship Review 3 Summary &amp; Upcoming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7C3AED"/>
                </a:solidFill>
              </a:defRPr>
            </a:pPr>
            <a:r>
              <a:t>✅ Week 3 Review Accomplishments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100% Clean Build: Vite 8 compiled 2835 frontend modules cleanly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Runtime Verification: Verified Customer, Vendor, and Admin authentication &amp; workflows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Week 3 Feature Suite: Indian GST, Loyalty/Referrals, B2B Wholesale, Vendor Intelligence, Admin KYC Queue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Comprehensive Deliverables: Updated widescreen PPT deck, detailed PDF report, and 3-minute master video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1182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🚀 Future Development Roadmap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➔ AI Shopping Assistant: Recommendation agent for personalized discovery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➔ Visual Search: AI image recognition product search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➔ Native Mobile Apps: React Native / Expo iOS &amp; Android builds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➔ Internationalization: Multi-currency &amp; multi-language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